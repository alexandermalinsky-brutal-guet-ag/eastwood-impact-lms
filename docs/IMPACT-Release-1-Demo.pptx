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live site in a second tab before you start. This deck is the frame; the product is the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Matthias's brief, 15 October. Everything on the right is live — not planned.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philosophical change. A project with no answer to question three is an activity, not a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names changed from Ideation/Goals/Execution/Presentation. The brief listed this as an open question — flag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 = validated in the demo project. Sofia sits at level 6 with evidence in the coach's queue — you can validate it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is the moment. Validate from the coach queue, switch back to Sofia, level 7 is open. Say the cohort is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did not exist before. The old Staff page was a programme overview, useful for planning but not for daily coaching.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issues listed, nine closed. The personal email in the user list is the tenth — still there as a real account, no projects attached.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54 blank practice pages are now a visible number on the Staff page. That is content work for coaches, not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weekly check-in is the keystone — reminders, coach alerts and the final report all hang off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Release 3 is where the Eastwood Passport finally gets fed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for a decision on phase names and the AI tool. Those two block the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Student: s.ferrand@demo.eastwoodmontreux.ch · Coach: r.chevalley@demo.eastwoodmontreux.ch · Admin: demo@demo.eastwoodmontreux.ch · password impact-demo-2026. The nine-person cohort is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ermalinsky/Projects/impact-lms-pitch/assets/mark-lightpurpl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6583680" y="-548640"/>
            <a:ext cx="3291840" cy="3566160"/>
          </a:xfrm>
          <a:prstGeom prst="rect">
            <a:avLst/>
          </a:prstGeom>
        </p:spPr>
      </p:pic>
      <p:pic>
        <p:nvPicPr>
          <p:cNvPr id="3" name="Image 1" descr="/Users/alexandermalinsky/Projects/impact-lms-pitch/assets/ma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56692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43000" y="475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EASTWOOD MONTREUX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1143000" y="731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SCHOOL</a:t>
            </a:r>
            <a:endParaRPr lang="en-US" sz="8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828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 · A DEMO FOR THE IMPACT TEAM</a:t>
            </a:r>
            <a:endParaRPr lang="en-US" sz="9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214884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something that matters.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 changed.</a:t>
            </a:r>
            <a:endParaRPr lang="en-US" sz="38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657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Improvement Brief asked for, built and live. Then what comes next.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Release 1 · October 2026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BRIEF ASKED FOR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shift: from describing the programme to running a project.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9776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Strands as the organising idea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overlapping tracking tools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ten-section scroll per project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coach view at all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shown four different ways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828800"/>
            <a:ext cx="3977640" cy="2468880"/>
          </a:xfrm>
          <a:prstGeom prst="rect">
            <a:avLst/>
          </a:prstGeom>
          <a:solidFill>
            <a:srgbClr val="000077"/>
          </a:solidFill>
          <a:ln w="12700">
            <a:solidFill>
              <a:srgbClr val="00007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377440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first: who benefits, what changes, how we know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path: Create · Plan · Execute · Report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Tabs, with a phase bar and a visible gate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coach home that opens on the queue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measure: milestones, and the indicator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Release 1 · October 2026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ORGANISING IDEA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project answers three questions.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51760" cy="1371600"/>
          </a:xfrm>
          <a:prstGeom prst="rect">
            <a:avLst/>
          </a:prstGeom>
          <a:solidFill>
            <a:srgbClr val="5254BE"/>
          </a:solidFill>
          <a:ln w="12700">
            <a:solidFill>
              <a:srgbClr val="5254B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benefits?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specific group, with a number on it. Not “people”.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508760"/>
            <a:ext cx="2651760" cy="1371600"/>
          </a:xfrm>
          <a:prstGeom prst="rect">
            <a:avLst/>
          </a:prstGeom>
          <a:solidFill>
            <a:srgbClr val="01B6C9"/>
          </a:solidFill>
          <a:ln w="12700">
            <a:solidFill>
              <a:srgbClr val="01B6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changes?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situation afterwards — not the activity you ran.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508760"/>
            <a:ext cx="2651760" cy="1371600"/>
          </a:xfrm>
          <a:prstGeom prst="rect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know?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indicator. Where it is today, where you want 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735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demo — a real proposal in the system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520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“Students here think changemaking is something adults do somewhere else.”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886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Indicator: students who can name 3 young changemakers  ·  11 of 180  →  target 90  →  now 74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4988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Strands still exist as an optional tag. They are no longer the headline anywhere.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Release 1 · October 2026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phases. A coach holds each gate.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98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the gates, the project belongs to the student.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96596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476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L1–2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04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7063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→ approved Impact Proposal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66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7581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approves the proposal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0" y="1691640"/>
            <a:ext cx="196596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476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404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277063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Dated milestones, definition of done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3566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37581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validates the plan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691640"/>
            <a:ext cx="1965960" cy="2606040"/>
          </a:xfrm>
          <a:prstGeom prst="rect">
            <a:avLst/>
          </a:prstGeom>
          <a:solidFill>
            <a:srgbClr val="000077"/>
          </a:solidFill>
          <a:ln w="9525">
            <a:solidFill>
              <a:srgbClr val="00007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5760720" y="19476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L4–6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404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77063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it. Log evidence. Move the number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566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7581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milestone has evidence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66560" y="1691640"/>
            <a:ext cx="196596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4944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19476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L7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2404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277063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vs result, honest reflection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3566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37581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presented to the panel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can no longer skip a phase. That is enforced server-side, not just hidden in the interface.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Release 1 · October 2026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ermalinsky/Projects/impact-lms-pitch/assets/mark-lightpurpl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6583680" y="-548640"/>
            <a:ext cx="3291840" cy="3566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MECHANIC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31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 unlock on evidence. Never on activity.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points for logging in. No leaderboard. A coach validating something real is the only way up.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755648"/>
            <a:ext cx="274320" cy="274320"/>
          </a:xfrm>
          <a:prstGeom prst="ellipse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77393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1764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framed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200400" y="178308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you talked to 3 people affected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157984"/>
            <a:ext cx="274320" cy="274320"/>
          </a:xfrm>
          <a:prstGeom prst="ellipse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17627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167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approved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200400" y="218541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and target, approved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2560320"/>
            <a:ext cx="274320" cy="274320"/>
          </a:xfrm>
          <a:prstGeom prst="ellipse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257860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2569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locked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200400" y="258775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Dated milestones, charter signed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2962656"/>
            <a:ext cx="274320" cy="274320"/>
          </a:xfrm>
          <a:prstGeom prst="ellipse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298094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2971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real test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200400" y="299008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Photo, prototype or first event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3364992"/>
            <a:ext cx="274320" cy="274320"/>
          </a:xfrm>
          <a:prstGeom prst="ellipse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338328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68680" y="33741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Mid-showcase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3200400" y="339242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to peers, feedback captured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57200" y="3767328"/>
            <a:ext cx="274320" cy="274320"/>
          </a:xfrm>
          <a:prstGeom prst="ellipse">
            <a:avLst/>
          </a:prstGeom>
          <a:solidFill>
            <a:srgbClr val="500591"/>
          </a:solidFill>
          <a:ln w="12700">
            <a:solidFill>
              <a:srgbClr val="50059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7200" y="37856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68680" y="3776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measured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3200400" y="379476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updated, with its source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57200" y="4169664"/>
            <a:ext cx="274320" cy="274320"/>
          </a:xfrm>
          <a:prstGeom prst="ellipse">
            <a:avLst/>
          </a:prstGeom>
          <a:solidFill>
            <a:srgbClr val="500591"/>
          </a:solidFill>
          <a:ln w="12700">
            <a:solidFill>
              <a:srgbClr val="50059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57200" y="41879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868680" y="4178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showcase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3200400" y="419709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Report to the panel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Release 1 · October 2026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· FIVE MINUTES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eastwood-impact-lms.vercel.app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4538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as Sofia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147218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says one thing: what to do today.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6654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057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her project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0756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bar, then tabs. Level 6 of 7, five validated.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700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660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proposal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6791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is for, what changes, and the number moving 11 → 74 → 90.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735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32644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Rémy (coach)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28269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“5 things waiting on you” — oldest first.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8770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3867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her evidence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3886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level 7 unlock in front of the room.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498848"/>
            <a:ext cx="82296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53542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s.ferrand@demo.eastwoodmontreux.ch   ·   r.chevalley@demo.eastwoodmontreux.ch   ·   password: impact-demo-2026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Release 1 · October 2026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COACHES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 once a day. One minute to see who needs you.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rgbClr val="000077"/>
          </a:solidFill>
          <a:ln w="12700">
            <a:solidFill>
              <a:srgbClr val="000077"/>
            </a:solidFill>
            <a:prstDash val="solid"/>
          </a:ln>
        </p:spPr>
      </p:sp>
      <p:pic>
        <p:nvPicPr>
          <p:cNvPr id="5" name="Image 0" descr="/Users/alexandermalinsky/Projects/impact-lms-pitch/assets/approval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03911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action queue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3657600" y="192938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Proposals to approve, plans to validate, evidence to review, help requests — oldest first, each one actionable without leaving the page.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788920"/>
            <a:ext cx="457200" cy="457200"/>
          </a:xfrm>
          <a:prstGeom prst="ellipse">
            <a:avLst/>
          </a:prstGeom>
          <a:solidFill>
            <a:srgbClr val="000077"/>
          </a:solidFill>
          <a:ln w="12700">
            <a:solidFill>
              <a:srgbClr val="000077"/>
            </a:solidFill>
            <a:prstDash val="solid"/>
          </a:ln>
        </p:spPr>
      </p:sp>
      <p:pic>
        <p:nvPicPr>
          <p:cNvPr id="9" name="Image 1" descr="/Users/alexandermalinsky/Projects/impact-lms-pitch/assets/gap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90779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2807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lights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3657600" y="279806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track, at risk, stalled. Stalled means no evidence for seven days and a milestone past its date — not a guess.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000077"/>
          </a:solidFill>
          <a:ln w="12700">
            <a:solidFill>
              <a:srgbClr val="000077"/>
            </a:solidFill>
            <a:prstDash val="solid"/>
          </a:ln>
        </p:spPr>
      </p:sp>
      <p:pic>
        <p:nvPicPr>
          <p:cNvPr id="13" name="Image 2" descr="/Users/alexandermalinsky/Projects/impact-lms-pitch/assets/roster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77647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97280" y="3675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per student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3657600" y="366674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Phase, level, next milestone and its date, last evidence. Nothing else competing for attention.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now record who, as well as when — one of the issues found in the beta.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Release 1 · October 2026</a:t>
            </a:r>
            <a:endParaRPr lang="en-US" sz="850" dirty="0"/>
          </a:p>
        </p:txBody>
      </p:sp>
      <p:sp>
        <p:nvSpPr>
          <p:cNvPr id="18" name="Text 1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8 OF THE BRIEF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issue found in the beta, closed.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72184"/>
            <a:ext cx="146304" cy="146304"/>
          </a:xfrm>
          <a:prstGeom prst="ellipse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99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phase could be selected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5506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gate now needs the previous phase's deliverable and a coach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1472184"/>
            <a:ext cx="146304" cy="146304"/>
          </a:xfrm>
          <a:prstGeom prst="ellipse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399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“Mark complete” with nothing achieved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65506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from Report, after the final level is validated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30552"/>
            <a:ext cx="146304" cy="146304"/>
          </a:xfrm>
          <a:prstGeom prst="ellipse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057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showed a date, no name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3134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approved, and who signed, both recorded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2130552"/>
            <a:ext cx="146304" cy="146304"/>
          </a:xfrm>
          <a:prstGeom prst="ellipse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2057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overlapping tracking tools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3134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into one path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146304" cy="146304"/>
          </a:xfrm>
          <a:prstGeom prst="ellipse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715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shown four ways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2971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measure: milestones done, plus the indicator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788920"/>
            <a:ext cx="146304" cy="146304"/>
          </a:xfrm>
          <a:prstGeom prst="ellipse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2715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text in the demo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2971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realistic project, written end to end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447288"/>
            <a:ext cx="146304" cy="146304"/>
          </a:xfrm>
          <a:prstGeom prst="ellipse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3741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titles, empty pages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6301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Renamed or hidden until written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447288"/>
            <a:ext cx="146304" cy="146304"/>
          </a:xfrm>
          <a:prstGeom prst="ellipse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37760" y="33741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instruction on screen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36301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105656"/>
            <a:ext cx="146304" cy="146304"/>
          </a:xfrm>
          <a:prstGeom prst="ellipse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0325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account was admin only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42885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student, coach and admin accounts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Release 1 · October 2026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ermalinsky/Projects/impact-lms-pitch/assets/mark-lightpurpl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6583680" y="-548640"/>
            <a:ext cx="3291840" cy="3566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57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THEN MADE SIMPLER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deletion.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structure was right. It was buried under leftovers from three earlier versions of the idea.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→ 16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 shown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77440" y="187452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were blank pages. Now hidden from students, surfaced to coaches who can write them.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43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→ 1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of handbook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2377440" y="278892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IMPACT works”: three questions, four phases, seven words defined.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657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→ 1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069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numbering systems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377440" y="370332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 now sit inside their phase. One journey, not a phase count and a level count.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Release 1 · October 2026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· RELEASE 2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Execute, with coaches in the loop.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984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 a coach can see in one minute who is stalled, and a student can log a week's work in under two.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84048" cy="384048"/>
          </a:xfrm>
          <a:prstGeom prst="ellipse">
            <a:avLst/>
          </a:prstGeom>
          <a:solidFill>
            <a:srgbClr val="500591"/>
          </a:solidFill>
          <a:ln w="12700">
            <a:solidFill>
              <a:srgbClr val="500591"/>
            </a:solidFill>
            <a:prstDash val="solid"/>
          </a:ln>
        </p:spPr>
      </p:sp>
      <p:pic>
        <p:nvPicPr>
          <p:cNvPr id="6" name="Image 0" descr="/Users/alexandermalinsky/Projects/impact-lms-pitch/assets/calenda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052" y="1928652"/>
            <a:ext cx="184343" cy="184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810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check-in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1819656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two minutes on a phone: what I did, what is next, what blocks me, hours, confidence 1–5. Replaces the bi-monthly scorecard as the main signal.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542032"/>
            <a:ext cx="384048" cy="384048"/>
          </a:xfrm>
          <a:prstGeom prst="ellipse">
            <a:avLst/>
          </a:prstGeom>
          <a:solidFill>
            <a:srgbClr val="500591"/>
          </a:solidFill>
          <a:ln w="12700">
            <a:solidFill>
              <a:srgbClr val="500591"/>
            </a:solidFill>
            <a:prstDash val="solid"/>
          </a:ln>
        </p:spPr>
      </p:sp>
      <p:pic>
        <p:nvPicPr>
          <p:cNvPr id="10" name="Image 1" descr="/Users/alexandermalinsky/Projects/impact-lms-pitch/assets/proposal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52" y="2641884"/>
            <a:ext cx="184343" cy="18434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87552" y="25237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with files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53288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and file upload per level, taken directly on a phone. Today it is a link or a number.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3255264"/>
            <a:ext cx="384048" cy="384048"/>
          </a:xfrm>
          <a:prstGeom prst="ellipse">
            <a:avLst/>
          </a:prstGeom>
          <a:solidFill>
            <a:srgbClr val="500591"/>
          </a:solidFill>
          <a:ln w="12700">
            <a:solidFill>
              <a:srgbClr val="500591"/>
            </a:solidFill>
            <a:prstDash val="solid"/>
          </a:ln>
        </p:spPr>
      </p:sp>
      <p:pic>
        <p:nvPicPr>
          <p:cNvPr id="14" name="Image 2" descr="/Users/alexandermalinsky/Projects/impact-lms-pitch/assets/ai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52" y="3355116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87552" y="3236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kits for levels 1–3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3474720" y="32461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ready-made prompt pre-filled with the student's own project, a template to upload, and what to bring back as evidence. The AI asks questions — it does not write the work.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57200" y="3968496"/>
            <a:ext cx="384048" cy="384048"/>
          </a:xfrm>
          <a:prstGeom prst="ellipse">
            <a:avLst/>
          </a:prstGeom>
          <a:solidFill>
            <a:srgbClr val="500591"/>
          </a:solidFill>
          <a:ln w="12700">
            <a:solidFill>
              <a:srgbClr val="500591"/>
            </a:solidFill>
            <a:prstDash val="solid"/>
          </a:ln>
        </p:spPr>
      </p:sp>
      <p:pic>
        <p:nvPicPr>
          <p:cNvPr id="18" name="Image 3" descr="/Users/alexandermalinsky/Projects/impact-lms-pitch/assets/security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52" y="4068348"/>
            <a:ext cx="184343" cy="18434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87552" y="39502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3474720" y="395935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when a check-in or milestone is overdue. A missed week triggers a nudge, never a loss of progress.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Release 1 · October 2026</a:t>
            </a:r>
            <a:endParaRPr lang="en-US" sz="850" dirty="0"/>
          </a:p>
        </p:txBody>
      </p:sp>
      <p:sp>
        <p:nvSpPr>
          <p:cNvPr id="22" name="Text 16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· RELEASE 3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and showcase.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984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 a finished project produces a report ready for the open day without retyping anything.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776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Report, exported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0428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Assembled from the project, edited by the student, out as a PDF or a public showcase page for the open day and the Passport.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828800"/>
            <a:ext cx="39776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quests and skill badges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30428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challenges — a pitch, an expert interview, a budget — each backed by evidence, feeding a player profile across projects.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39776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totals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6301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reached, partners involved, projects completed — across the school, for the leadership team.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3154680"/>
            <a:ext cx="39776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and toolkit written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6301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54 blank practices, and a real brief on each catalogue entry. Content work with the coaches, not code.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Release 1 · October 2026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FOR THE TEAM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things the brief left open.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984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blocks something. Worth settling in this meeting rather than over email.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D9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7647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names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/ Plan / Execute / Report is live now. Keep, or revert to Ideation / Goals / Execution / Presentation?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974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D9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79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length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71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Six-week cycles, or projects running over several months as the handbook says?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611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D9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593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validates a level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886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lead coach alone, or a panel at the final showcase?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783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D9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17647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AI tool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20574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approved tool, checked for 13–18 age terms. Blocks the AI kits in Release 2.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6974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D9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2679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writes the content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2971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practice pages and 92 catalogue briefs. Blocks Release 3.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611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D9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3593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3886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Vercel, or Eastwood infrastructure — to settle with Leo before real student data goes in.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Release 1 · October 2026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ermalinsky/Projects/impact-lms-pitch/assets/mark-lightpurpl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6583680" y="-548640"/>
            <a:ext cx="3291840" cy="3566160"/>
          </a:xfrm>
          <a:prstGeom prst="rect">
            <a:avLst/>
          </a:prstGeom>
        </p:spPr>
      </p:pic>
      <p:pic>
        <p:nvPicPr>
          <p:cNvPr id="3" name="Image 1" descr="/Users/alexandermalinsky/Projects/impact-lms-pitch/assets/ma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56692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7373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 is live.</a:t>
            </a:r>
            <a:endParaRPr lang="en-US" sz="3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2 needs a decision.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yourself — it is the same system the students would use.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457200" y="384048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31520" y="39502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eastwood-impact-lms.vercel.app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4572000" y="39502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in the speaker notes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Release 1 · October 2026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— Release 1</dc:title>
  <dc:subject>PptxGenJS Presentation</dc:subject>
  <dc:creator>Eastwood Montreux</dc:creator>
  <cp:lastModifiedBy>Eastwood Montreux</cp:lastModifiedBy>
  <cp:revision>1</cp:revision>
  <dcterms:created xsi:type="dcterms:W3CDTF">2026-10-22T21:26:54Z</dcterms:created>
  <dcterms:modified xsi:type="dcterms:W3CDTF">2026-10-22T21:26:54Z</dcterms:modified>
</cp:coreProperties>
</file>