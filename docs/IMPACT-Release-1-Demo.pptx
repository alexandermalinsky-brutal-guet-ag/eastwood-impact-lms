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site in a second tab before you start. This deck is the frame; the product is the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Matthias's brief, 15 October. Everything on the right is live — not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philosophical change. A project with no answer to question three is an activity, not a project. The proposal on screen is this platform's own — it is in the system as a project like any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names changed from Ideation/Goals/Execution/Presentation. The brief listed this as an open question — flag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= validated in the demo project. Alexander sits at level 6 with evidence in the coach's queue — you can validate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is the moment. Validate from the coach queue, switch back to Alexander, level 7 is open. Say plainly that the project on screen is this platform itself, and that the five tracked projects are demo projects, not real students — the evidence note in the system says so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did not exist before. The old Staff page was a programme overview, useful for planning but not for daily coaching.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withdrawal rule is the handbook's, not a product decision: the Commitment Charter binds a student to finish unless a coach-led review says otherwise, so the system makes leaving deliberate and keeps the reason. Deleting the row would have destroyed the proposal, evidence and reflections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issues listed, nine closed. The personal email in the user list is the tenth — still there as a real account, no projects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53 blank practice pages are now a visible number on the Programme page. That is content work for coaches, not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weekly check-in is the keystone — reminders, coach alerts and the final report all hang off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 3 is where the Eastwood Passport finally gets fed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for a decision on phase names and the AI tool. Those two block the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Student: alexander.malinsky@eastwood.global · Coach: matthias@eastwood.global · Admin: admin@eastwood.global · password impact-demo-2026. One project in the system: this platform itself, written end to end and true as of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pic>
        <p:nvPicPr>
          <p:cNvPr id="3" name="Image 1" descr="/Users/alexandermalinsky/Projects/impact-lms-pitch/assets/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566928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43000" y="475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EASTWOOD MONTREUX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1143000" y="731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SCHOOL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828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1 · A DEMO FOR THE IMPACT TEAM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214884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something that matters.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 changed.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Improvement Brief asked for, built and live. Then what comes next.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BRIEF ASKED FOR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shift: from describing the programme to running a project.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776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Strands as the organising idea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overlapping tracking tools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ten-section scroll per project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coach view at all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shown four different ways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828800"/>
            <a:ext cx="3977640" cy="2468880"/>
          </a:xfrm>
          <a:prstGeom prst="rect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3480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2377440"/>
            <a:ext cx="3474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first: who benefits, what changes, how we know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path: Create · Plan · Execute · Report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Tabs, with a phase bar and a visible gate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coach home that opens on the queue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measure: milestones, and the indicator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ORGANISING IDEA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answers three questions.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51760" cy="1371600"/>
          </a:xfrm>
          <a:prstGeom prst="rect">
            <a:avLst/>
          </a:prstGeom>
          <a:solidFill>
            <a:srgbClr val="5254BE"/>
          </a:solidFill>
          <a:ln w="12700">
            <a:solidFill>
              <a:srgbClr val="5254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specific group, with a number on it. Not “people”.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508760"/>
            <a:ext cx="2651760" cy="1371600"/>
          </a:xfrm>
          <a:prstGeom prst="rect">
            <a:avLst/>
          </a:prstGeom>
          <a:solidFill>
            <a:srgbClr val="01B6C9"/>
          </a:solidFill>
          <a:ln w="12700">
            <a:solidFill>
              <a:srgbClr val="01B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situation afterwards — not the activity you ran.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51760" cy="1371600"/>
          </a:xfrm>
          <a:prstGeom prst="rect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know?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indicator. Where it is today, where you want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735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demo — a real proposal in the system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4930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programme is designed in a 99-page handbook and run on a spreadsheet. The record of a project is lost at the end of the year.”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Indicator: projects tracked end to end  ·  0 of 92  →  5 today  →  target 25 by the end of the pilot term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Strands still exist as an optional tag. They are no longer the headline anywhere.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phases. A coach holds each gate.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the gates, the project belongs to the student.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L1–2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→ approved Impact Proposal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approves the proposal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6916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milestones, definition of done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validates the plan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1691640"/>
            <a:ext cx="1965960" cy="2606040"/>
          </a:xfrm>
          <a:prstGeom prst="rect">
            <a:avLst/>
          </a:prstGeom>
          <a:solidFill>
            <a:srgbClr val="000077"/>
          </a:solidFill>
          <a:ln w="9525">
            <a:solidFill>
              <a:srgbClr val="00007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L4–6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it. Log evidence. Move the 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milestone has evidence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66560" y="16916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L7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vs result, honest reflection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presented to the panel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can no longer skip a phase. That is enforced server-side, not just hidden in the interface.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MECHANIC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unlock on evidence. Never on activity.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points for logging in. No leaderboard. A coach validating something real is the only way up.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755648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7739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17830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you talked to 3 people affected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157984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1762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671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approved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218541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and target, approved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25786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25694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locked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25877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milestones, charter signed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2962656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29809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real test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0" y="299008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Photo, prototype or first event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364992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3383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" y="3374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Mid-showcase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339242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to peers, feedback captured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57200" y="3767328"/>
            <a:ext cx="274320" cy="27432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37856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3776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measured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200400" y="37947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 updated, with its source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57200" y="4169664"/>
            <a:ext cx="274320" cy="27432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7200" y="4187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178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showcase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200400" y="419709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Report to the panel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· FIVE MINUTES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eastwood-impact-lms.vercel.app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3624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as Alexander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977640" y="1389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Student. The dashboard says one thing: what to do today.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83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“The IMPACT LMS”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bar, then tabs. Execute, level 6 of 7, five validated.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9572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3865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proposal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41401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students and 11 coaches. Indicator 0 → 5 → 25.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0779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deadlines to a calendar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 once. Move a date here, it moves in Google.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198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34107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Matthias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34381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Coach. “2 things waiting on you” — oldest first.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9319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9227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the level 6 evidence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950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level 7 unlock in front of the room.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434340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alexander.malinsky@eastwood.global   ·   matthias@eastwood.global   ·   password: impact-demo-2026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COACHES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once a day. One minute to see who needs you.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pic>
        <p:nvPicPr>
          <p:cNvPr id="5" name="Image 0" descr="/Users/alexandermalinsky/Projects/impact-lms-pitch/assets/approv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03911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938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action queue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192938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Proposals to approve, plans to validate, evidence to review, help requests — oldest first, each one actionable without leaving the page.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pic>
        <p:nvPicPr>
          <p:cNvPr id="9" name="Image 1" descr="/Users/alexandermalinsky/Projects/impact-lms-pitch/assets/gap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9077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2807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lights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3657600" y="279806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track, at risk, stalled. Stalled means no evidence for seven days and a milestone past its date — not a guess.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pic>
        <p:nvPicPr>
          <p:cNvPr id="13" name="Image 2" descr="/Users/alexandermalinsky/Projects/impact-lms-pitch/assets/roster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77647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per student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0" y="366674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Phase, level, next milestone and its date, last evidence. Nothing else competing for attention.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now record who, as well as when — one of the issues found in the beta.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IN RELEASE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the brief did not ask for.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came out of using the thing. They are live now, not planned.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6" name="Image 0" descr="/Users/alexandermalinsky/Projects/impact-lms-pitch/assets/calendar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9476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1847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Deadlines leave the platform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8105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milestone, subscribed once to Google, Apple or Outlook. Move a date in IMPACT and it moves in the student's own calendar — they are subscribing to the feed, not downloading a copy.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770632"/>
            <a:ext cx="457200" cy="45720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0" name="Image 1" descr="/Users/alexandermalinsky/Projects/impact-lms-pitch/assets/kanba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88950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7280" y="2788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board you can move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275234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 card between To do, Doing and Done, by mouse, touch or keyboard. The order is saved. Before this, changing a card's state meant a menu.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712464"/>
            <a:ext cx="457200" cy="45720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4" name="Image 2" descr="/Users/alexandermalinsky/Projects/impact-lms-pitch/assets/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831336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730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Leaving keeps the record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657600" y="369417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charter is signed a project is a draft and removing it removes it. After it is signed, leaving is a withdrawal with a written reason: it drops off the dashboard, the work stays on the Passport, and the coach is told why.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8 OF THE BRIEF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issue found in the beta, closed.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72184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990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phase could be selected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550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now needs the previous phase's deliverable and a coach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472184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3990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“Mark complete” with nothing achieved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6550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from Report, after the final level is validated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30552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057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showed a date, no name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313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approved, and who signed, both recorded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2130552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57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overlapping tracking tools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2313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Merged into one path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715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shown four ways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measure: milestones done, plus the indicator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2788920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2715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text in the demo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realistic project, written end to end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447288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3741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titles, empty pages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36301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Renamed or hidden until written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3447288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37760" y="33741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instruction on screen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36301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105656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account was admin only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2885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student, coach and admin accounts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THEN MADE SIMPLER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deletion.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was right. It was buried under leftovers from three earlier versions of the idea.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→ 16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 shown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7744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were blank pages. Now hidden from students, surfaced to coaches who can write them.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→ 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of handbook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7889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IMPACT works”: three questions, four phases, seven words defined.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→ 1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69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numbering systems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377440" y="37033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now sit inside their phase. One journey, not a phase count and a level count.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· RELEASE 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Execute, with coaches in the loop.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 a coach can see in one minute who is stalled, and a student can log a week's work in under two.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6" name="Image 0" descr="/Users/alexandermalinsky/Projects/impact-lms-pitch/assets/calendar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052" y="1928652"/>
            <a:ext cx="184343" cy="184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8105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check-in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1819656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two minutes on a phone: what I did, what is next, what blocks me, hours, confidence 1–5. Replaces the bi-monthly scorecard as the main signal.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542032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0" name="Image 1" descr="/Users/alexandermalinsky/Projects/impact-lms-pitch/assets/propos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52" y="2641884"/>
            <a:ext cx="184343" cy="184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87552" y="25237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with files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53288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and file upload per level, taken directly on a phone. Today it is a link or a number.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255264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4" name="Image 2" descr="/Users/alexandermalinsky/Projects/impact-lms-pitch/assets/ai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52" y="3355116"/>
            <a:ext cx="184343" cy="184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87552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kits for levels 1–3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3474720" y="3246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ready-made prompt pre-filled with the student's own project, a template to upload, and what to bring back as evidence. The AI asks questions — it does not write the work.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3968496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8" name="Image 3" descr="/Users/alexandermalinsky/Projects/impact-lms-pitch/assets/security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52" y="4068348"/>
            <a:ext cx="184343" cy="184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87552" y="3950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3474720" y="3959352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when a check-in or milestone is overdue. A missed week triggers a nudge, never a loss of progress.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22" name="Text 1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· RELEASE 3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and showcase.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 a finished project produces a report ready for the open day without retyping anything.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Report, exported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0428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Assembled from the project, edited by the student, out as a PDF or a public showcase page for the open day and the Passport.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82880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quests and skill badges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0428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challenges — a pitch, an expert interview, a budget — each backed by evidence, feeding a player profile across projects.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 totals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6301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reached, partners involved, projects completed — across the school, for the leadership team.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315468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and toolkit written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6301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53 blank practices, and a real brief on each catalogue entry. Content work with the coaches, not code.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TEAM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the brief left open.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blocks something. Worth settling in this meeting rather than over email.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64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names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/ Plan / Execute / Report is live now. Keep, or revert to Ideation / Goals / Execution / Presentation?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974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length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71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Six-week cycles, or projects running over several months as the handbook says?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118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93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validates a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 coach alone, or a panel at the final showcase?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1764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AI tool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0574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approved tool, checked for 13–18 age terms. Blocks the AI kits in Release 2.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6974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writes the content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971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practice pages and 92 catalogue briefs. Blocks Release 3.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6118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593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Vercel, or Eastwood infrastructure — to settle with Leo before real student data goes in.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pic>
        <p:nvPicPr>
          <p:cNvPr id="3" name="Image 1" descr="/Users/alexandermalinsky/Projects/impact-lms-pitch/assets/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566928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73736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1 is live.</a:t>
            </a:r>
            <a:endParaRPr lang="en-US" sz="3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2 needs a decision.</a:t>
            </a:r>
            <a:endParaRPr lang="en-US" sz="3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 — it is the same system the students would use.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3950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eastwood-impact-lms.vercel.app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39502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in the speaker notes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— Release 1</dc:title>
  <dc:subject>PptxGenJS Presentation</dc:subject>
  <dc:creator>Eastwood Montreux</dc:creator>
  <cp:lastModifiedBy>Eastwood Montreux</cp:lastModifiedBy>
  <cp:revision>1</cp:revision>
  <dcterms:created xsi:type="dcterms:W3CDTF">2026-10-23T11:21:54Z</dcterms:created>
  <dcterms:modified xsi:type="dcterms:W3CDTF">2026-10-23T11:21:54Z</dcterms:modified>
</cp:coreProperties>
</file>